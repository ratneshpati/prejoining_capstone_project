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YouTube Content Success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</a:rPr>
              <a:t>What drives engagement across ~36,500 unique trending videos?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</a:rPr>
              <a:t>Capstone Analytics Team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Brief: analyze video engagement drivers and content-performance trends.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Data: ~450,000 trending rows -&gt; ~36,540 UNIQUE videos after dedup.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Goal: turn engagement patterns into concrete content recommendations.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Pipeline: cleaning + dedup -&gt; EDA -&gt; 16 visualizations -&gt; stats -&gt;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Data Quality &amp; Unit of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One row per (video, country, trending-day); ~92% of rows repeat a video.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Deduplicated to one row per video (max-views snapshot) for driver analysis.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Appearance grain kept only for geographic spread.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~442k appearances -&gt; ~36,540 unique videos; engagement heavily right-skewed.</a:t>
            </a:r>
          </a:p>
        </p:txBody>
      </p:sp>
      <p:pic>
        <p:nvPicPr>
          <p:cNvPr id="4" name="Picture 3" descr="01_view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8478477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Dedup prevents over-counting widely-trending videos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Engagement Is Real &amp; Correlated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Likes and views move together tightly: r = 0.87 (log scale), p ~ 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Comments also track engagement.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Only genuine relationships appear in the correlation heatmap.</a:t>
            </a:r>
          </a:p>
        </p:txBody>
      </p:sp>
      <p:pic>
        <p:nvPicPr>
          <p:cNvPr id="4" name="Picture 3" descr="04_likes_vs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4771642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Genuine engagement signal to analyze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Driver 1 — Category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Median views vary widely across categories.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Leaders: Science &amp; Tech (~1.75M), Comedy, Pets &amp; Animals.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Laggards: Education, Music, Gaming (~0.14M).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ANOVA F = 535 (log views), p ~ 0 — highly significant.</a:t>
            </a:r>
          </a:p>
        </p:txBody>
      </p:sp>
      <p:pic>
        <p:nvPicPr>
          <p:cNvPr id="4" name="Picture 3" descr="02_view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6862006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Weight the calendar toward high-reach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Driver 2 — Video Length (Reach vs Engagement)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Shorts (&lt;1 min): ~1.24M median views — ~6x the 5-20 min band.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But like-rate PEAKS at 20-60 min (~3.9%) vs Shorts (~3.0%).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Trade-off: Shorts win reach, long-form wins loyalty.</a:t>
            </a:r>
          </a:p>
        </p:txBody>
      </p:sp>
      <p:pic>
        <p:nvPicPr>
          <p:cNvPr id="4" name="Picture 3" descr="06_views_by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6113395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Barbell strategy: Shorts for reach + long-form for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Driver 3 — Publish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Median views peak for uploads around 03:00-05:00 UTC.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Like-rate varies modestly by weekday (ANOVA p ~ 3e-14).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Align uploads to the audience's prime-time in this window.</a:t>
            </a:r>
          </a:p>
        </p:txBody>
      </p:sp>
      <p:pic>
        <p:nvPicPr>
          <p:cNvPr id="4" name="Picture 3" descr="08_view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9494456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Schedule uploads to the early-UTC peak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Driver 4 — Quality &amp;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HD like-rate 3.4% vs SD 1.6% (t-test p ~ 4e-10) — always ship HD.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Shorter titles correlate with higher like-rate (r = -0.22).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More tags do not raise views — don't over-tag.</a:t>
            </a:r>
          </a:p>
        </p:txBody>
      </p:sp>
      <p:pic>
        <p:nvPicPr>
          <p:cNvPr id="4" name="Picture 3" descr="14_hd_vs_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4893323" cy="4297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HD + concise titles + focused tags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Statistical Evidence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67360">
                <a:tc>
                  <a:txBody>
                    <a:bodyPr/>
                    <a:lstStyle/>
                    <a:p>
                      <a:r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Unit of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Rows vs unique 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442,459 appearances -&gt; 36,540 videos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Shorts 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Median views &lt;1min vs 5-20min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1.24M vs 0.22M (~5.7x)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Length vs like-rate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like-rate 20-60min vs Shorts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3.88% vs 3.03%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Category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Median views top vs 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Sci&amp;Tech 1.75M vs Gaming 0.14M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Best publish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 median-view hours (UTC)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03:00-05:00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HD vs 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Like-rate (t-test p~4e-10)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3.41% vs 1.63%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Engagement realness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 log(views)~log(likes)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r=0.87, p~0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Geographic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Videos trending in 1 country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69% (median 1, max 81)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</a:rPr>
              <a:t>All ANOVA/correlation tests significant (p &lt; 1e-13).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1. Lead with Shorts for reach (~6x the mid-length band).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2. Use mid-to-long videos to deepen engagement (higher like-rate).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3. Prioritise high-value categories (Sci&amp;Tech, Comedy, Pets).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4. Publish in the early-UTC window (03:00-05:00).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5. Always ship HD; keep titles concise.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6. Don't over-tag — a focused tag set is enough.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Actionable content strategy grounded in ~36,540 unique videos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1. A/B test the Shorts-first + long-form barbell on a live channel.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2. Validate timing against the channel's own audience analytics.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3. Extend with thumbnail/title NLP features for a richer model.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</a:rPr>
              <a:t>•  4. Deploy the Streamlit dashboard for ongoing content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